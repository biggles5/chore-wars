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Performance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Battlecards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Eight-competitor deep run across the four-layer human potential stack — Experience · Role · Person · Fit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D2A4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519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· Perceptyx · Qualtrics + Press Ganey · Predictive Index · SHL · Syndio · Korn Ferry · Phenom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date 2026-08-07  ·  quarterly refresh due 2026-11-07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576072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85D5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760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run was built — and how to read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landscape sweep → approved 8-vendor roster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Per-competitor multi-stream research (product/docs, GTM/pricing, reviews/org, vs-stack)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12-section battlecard per vendor + executive summary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information only — no logins, no trials, no fabrication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confidence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sites widely proxy-blocked — claims sourced from search-indexed / cached content, tagged [cached]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confidence: documented · strong inference · weak inference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Employee-review material is anonymous and directional — never presented as customer complaints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ends with a verify-live list — pull those before any client-facing use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196596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One-layer lead — never open with all four layers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Run-alongside before displacement; respect real moats (Magnet, privileged audits, validity libraries)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anchors only in client copy (TOPdesk 3→18 · Atos EUR 200–300K · 50M+ datapoints · NeurOlympics)</a:t>
            </a:r>
            <a:endParaRPr lang="en-US" sz="11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Ex-employee signals: public statements only — never contact, never use anything resembling confidential disclosure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Layer-collision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fields all four layers as product. ● collision · ○ grazing · — absent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960120"/>
                <a:gridCol w="1051560"/>
                <a:gridCol w="914400"/>
                <a:gridCol w="868680"/>
                <a:gridCol w="38679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Operationalize after the 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inside their shell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+ Press Ganey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alongside → displace in 2027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 at renewal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Perceptyx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Flank the moat; own sub-5K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the outgrowing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head-to-head on funnel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alongside — build beneath the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owners: Experience = DecisionWise · Role = STYR · Person = TMA · Fit = BrainsFirst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cultureamp.com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Enter via 360s / consulting; displace at renewal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6,500+ companies · G2 ~1,540 @ 4.5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 ~US$177M; growth 32% → 10.8%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layoff rounds in 3 yrs (~220 roles)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swap Jan 2026 (turnaround CFO); CRO out May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written down 23.5% by own investor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~$4.5K min; $16.6K SMB / $75.5K ent avg; 3–7% escalators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engagement standard — and a wounded leader mid-turnaround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one layer and stops: no Role, Person, or Fit product exists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prepared counter-messaging against a four-layer consortium pitch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complaint themes clear the 3+ source bar: chatbot support, reporting rigidity, admin burden, pricing opacity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UX is genuinely loved — the gap is everything after the survey closes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bake-offs scored on UX + benchmark breadth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retail / prof-services mid-market reference gravity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invested in Culture First community + benchmark continuity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through 360s (their weakest module) or the consulting gap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validity + adverse-impact evidence — none exists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unions: no CU benchmark, no CU logos — cleanest kill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 at renewal during the instability window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layers don’t exist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is Engage/Perform/Develop + AI Coach — no role, person, or fit product anywhere; rival-confirmed (Leapsome).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“Scores tell you people are frustrated — which system tells you if the role, the fit, or the hire is broken?”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is a module, not an instrument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Reviews: “clunky and disjointed”; rigid reviewer admin; no advanced competency evaluation. Their own docs confirm.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DecisionWise’s specialist 360 (14 competencies / 13 derailers, certified debriefs) alongside the incumbent survey.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validity or adverse-impact evidence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“People Science” covers survey construction only; their own line: “We’re model agnostic — we’re not selling our model.”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validity documentation in the eval — the consortium tables published psychometrics; they table nothing.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proof in TMA verticals + renewal economics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healthcare/CU/higher-ed/gov/mfg logo found; 3–7% annual escalators and add-on stacking documented.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named references at your size, in your vertical?” Arm procurement with escalator caps.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Amp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engagement scores flag a problem team, what tells you whether it’s the role design, the person-role fit, or the leader?”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your 360 measure a validated competency model with certified debriefs — or collect open-text feedback?”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validity and adverse-impact evidence will each vendor put on the table?”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will your CSM be in 12 months, and what’s the escalation path past the chatbot?”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“Four vendors sounds like an integration nightmare.”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layer, one contract, one consultant. And there’s nothing on their side to integrate to — role, person, and fit modules don’t exist.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have free AI now — AI Coach.”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— coaching from sentiment data only. AI on one layer of data is a very confident summary of a survey.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“They’re a big, stable company.”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layoff rounds in three years, founder replaced by a turnaround CFO, CRO out, 23.5% writedown. Ask who owns your roadmap while they turn it around.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Respect the healthcare moat; flank it; own the 500–5K band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customers · ~1/3 of Fortune 100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fortress: 3.85M workers / 500+ systems; Magnet partner since 2014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acquisitions, platform renamed 3× in 18 months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fully replaced 2025 (Alida/Medallia alumni)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reviewers are enterprise &gt;1K employees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Quote-only; six-figure ACVs; no 500–5K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listening pure-play and Forrester Wave Leader — enterprise-only in practice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“Activate for All” overlay runs on top of Qualtrics/Medallia/Glint — they validated run-alongside for us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blog admits a “nursing leadership gap” — their answer is AI nudges, not coaches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product; Lyceum “skill verification” is learning comprehension, not hiring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attack the Magnet survey — flank with 360 craft, clinical ladders, hiring science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listening at 10K+ accounts, esp. healthcare systems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Magnet-cycle survey administration (ANCC partner, approved RN instrument)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accounts (FedRAMP Moderate since 2022)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Nurse-manager 360s with certified human debriefs — their admitted gap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clinical ladders / RN leveling via Total Rewards — zero collision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hiring science for the turnover they measure but can’t fix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Sub-enterprise divisions and the whole 500–5K band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500–5K motion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“Large enterprise” in their own PR; 82% enterprise reviewer base; custom six-figure contracts; ~70 tracked customers at 10K+ vs ~17 at 1–5K.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actually staffs your account, at what minimum, with what attention?” Mid-size buyers get junior coverage or no callback.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360/Grow is acquisition-derived, debrief-free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 lineage re-skinned twice; standardized platform model; no custom competency modeling, no certified debrief network.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Probe: “show a completed executive 360 debrief, not the dashboard.”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Person, and Fit: zero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pay-fairness feelings, can’t fix structure; day-1-of-employment platform — everything pre-offer is open field.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via Total Rewards, TMA+BrainsFirst via TA — buying centers their contract never touches.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debt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Waggl + CultureIQ + Cultivate + Humu + Lyceum in 5 yrs; Sept 2025 re-platforming; Bersin on Humu: “HR Tech Is Harder Than It Seems.”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question, not assertion: “which modules came from acquisitions — and are they on one data model?”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“Between surveys, who develops your nurse managers — nudges, or people?”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a completed executive 360 debrief from your current platform — not the dashboard.”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platform modules arrived by acquisition, and are they on one data model?”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the 500–5K band, who staffs your account at a vendor whose base is 82% large enterprise?”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healthcare standard — the Magnet instrument.”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it. What happens between surveys: nurse-manager development, clinical-ladder structure, quality of hires? Their own research concedes the leadership gap.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AI agents act automatically.”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are generic prompts from sentiment — no person or role data beneath them. Ask for validated outcome data. Automated ≠ effective.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 beats four vendors.”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Perceptyx IS five acquisitions renamed and re-platformed in Sept 2025. A platform with no role, hiring, or validated-assessment layer is one layer sold as four.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2026-05-18 · $6.75B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— DecisionWise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Run alongside now; displace in the 2027 renewal window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$6.75B deal closed May 18, 2026 through financing turmoil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out 2 weeks after announcing; 5 execs purged Apr 2026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halted the $5.3B debt package Mar 2026 (AI-disruption doubts)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EX platforms + InMoment (Forrester: ~2-yr sunset)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 median ~$30K/yr; 5%+ escalators; 55% repricing case on record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CEO’s own words: integration takes 2–3 years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strategic threat in healthcare — and the best-evidenced distraction window of the run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their EX platforms were rival Forrester Leaders in the same Wave; one dies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markets refused the deal’s debt over the exact AI thesis they pitch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 anywhere in four portfolios at $19B deployed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Non-healthcare presence SHRINKS post-merger — Forsta/InMoment carried it, and that’s the sunset layer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where Magnet / HCAHPS / NDNQI lock-in rules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consolidation mandates (“one experience vendor”)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F500 CX-led accounts where EX rides the CX contract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of their three survey platforms will you be on in 2028 — and who decides?”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sell Role/Person/Fit + 360 craft alongside PG listening — additive budget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Non-healthcare: the Forsta/InMoment sunset is the RFP trigger (Forrester said start now)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runs now → mid-2028; peak confusion through 2027 renewals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platform survives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overlapping EX platforms + InMoment; Forrester sunset call + RFP advice; “whether they integrate remains to be seen.”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platform in 2028, who decides, and who pays for the migration?” No good answer exists yet.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pressure meets an escalator habit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 $5.3B syndication, &gt;$500M paper losses, loan at 86¢; pre-existing 5%+ uplifts and a documented 55% repricing case.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armor: escalator caps, auto-renew removal, multi-year protection. Teaching this buys the champion.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layers missing at $19B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person, or fit product across Qualtrics, PG, Forsta, InMoment.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biggest experience company in the world can’t tell you if the role is broken, the person misplaced, or the hire wrong.”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is software, not craft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“Requires extensive training… manual configuration… expensive whenever you need changes” (ITQlick); no debrief bench, no certified facilitators.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wedge #1 — different buying center (L&amp;D / CNO development budgets), zero contract collision.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Press Ganey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vendor now owns three employee-survey platforms — which will you be on in 2028, and who pays for the migration?”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to your Forsta or InMoment contract at renewal — have you seen the analyst guidance?”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your named account team after the April reorg, and what continuity is in the contract?”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annual escalator is in your renewal — and how does $6.75B of debt get serviced if not through it?”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consortium of boutiques can’t match our scale.”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one layer, triplicated — and zero product in three others. You buy one specialist layer at a time, not a 2–3-year integration bet.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world’s largest AI dataset for human experience.”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patient/CX/panel data — none of it decides about this manager, this role, this candidate. Eleven banks refused this deal’s debt over that exact thesis.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“We’ll bundle workforce into your PG renewal cheaply.”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from a debt-stressed vendor is introductory pricing — read the escalator. And it still buys zero role, person, or fit capability.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predictiveindex.com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FIT — TMA &amp; BrainsFirst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Sell the outgrowing — never frontal-assault the BA managers love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1955 · G2 ~4.7 / ~720 reviews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6-min, 2-question adjective checklist + 12-min cognitive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change Mar 26, 2026: Lance Neuhauser (AI/adtech outsider)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Certified-partner reseller channel — reach + variable quality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$5K–$40K band; Q4 discount desperation documented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Employee-reported “almost annual” layoffs, strategy churn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archetypal mid-market rival: one cheap, fast, manager-loved instrument stretched across the lifecycle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scientific load rests on 4 factors / 17 Reference Profiles — no motivation measurement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compliance pages insist the BA be “only one data point” — a standing concession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“steady”: outsider CEO with AI-rebuild mandate = repackaging/repricing risk 2026–27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don’t hate PI — they outgrow it. “PI tells you week one; TMA tells you year two.”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high-volume screening with manager-friendly outputs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certified-partner relationships a cold pitch can’t beat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Category-language lock-in (“Talent Optimization,” Reference Profiles)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 via Experience — PI Perform is the struggling bolt-on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/ high-stakes roles: demand role-specific validation + subgroup data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/ retention: Talent = Want x Can — PI only gestures at the Can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displacement bids to their fiscal Q4 + 2026 repackaging uncertainty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 carries the whole load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6-minute free-choice checklist → 4 factors; their own guidance concedes “one data point”; managers “overguess or misunderstand patterns.”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hiring, ask for the role-specific validation study and subgroup adverse-impact data. Public docs are guidance-level.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motivation measurement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Profiles describe how someone behaves — not why, or what sustains them.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PI data didn’t change, but people keep leaving — behavior style isn’t motivation.” The retention wedge.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 is a struggling bolt-on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Perform (Charma, 2023) “challenging to get off the ground” per customers; Diagnose de-emphasized.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wedge #1 when PI is incumbent — land DecisionWise engagement/360 alongside the entrenched BA.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instability window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 CEO with rebuild mandate; annual-layoff reports; partner channel faces retraining/recertification.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platform, packaging, and price look like after the AI relaunch — in writing, through your renewal?”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the roles where a bad hire really hurts — what role-specific validation and adverse-impact analysis sits behind your current assessment?”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your assessment measure what motivates someone to stay, or how they behave?”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the job target set — measured against performance data, or a stakeholder consensus meeting?”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your flat platform fee work out to per actual hire made last year?”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consortium is four vendors — we’re one platform.”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= one 6-minute instrument wearing four module names. The stack enters one layer with one contract; each layer is the category specialist.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“Games aren’t science — checklists are proven.”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NeurOlympics measures what people DO, not what they say — 1,500+ datapoints per candidate. Ask both vendors for the technical manual; we table ours first.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AI-native now.”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AI era started with a March 2026 CEO hire; the instrument is unchanged. AI on 4 factors is a chatbot reading a horoscope.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FIT — TMA &amp; BrainsFirst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Structure wedges, not wobble — fight on yield, never validity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PE hold 8+ years (2018 →) — no exit visible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45M+ assessments/yr · 80% of FTSE 100 · 1,000+ instruments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~2,465 staff, flat; 54% of workforce in India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signals $25K–50K/yr + services attach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base strikingly thin (~3 product reviews)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layer confirmed absent (PDRI sold to Pearson 2023)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published-validity gold standard — concede the library, reframe to outcomes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SHL HAS a Motivation Questionnaire (MQ.M5). Attack the seams — standalone add-on, not an integrated Want x Can frame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Most-documented flank: dated candidate UX, stacked batteries, translation complaints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Nov 2025 research: 59% say AI worsens bias; 74% judge the company by the assessment experience — while SHL Labs builds an AI interviewer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destabilizing event exists — build wedges on what they are, not on wobble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 standardization (35+ languages, 50+ countries)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Litigation-hardened selection — the thickest validity file in the industry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graduate / coding screening (Aspiring Minds, IBM Kenexa channel)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pilot on completion rate, drop-off, candidate NPS — funnel yield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Flank via L&amp;D: their Talent Mobility product is 15 months old, dashboard-led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Role layer they have no product for — land STYR, attach Person + Fit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Renewal-season parallel run — PE-clock margins make renewals rigid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silo vs integrated decision frame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OPQ, MQ, Verify are separate catalog items; rival reviewers’ favorite contrast: scores that “don’t require expert interpretation.”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 report lands, can your manager act that day — or does it queue for a consultant?”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experience / funnel yield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UX complaints; multi-module batteries stack; 74% of candidates judge the company by the experience (their own research).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argue validity — argue yield. Pilot NeurOlympics head-to-head on completion and candidate NPS.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layer confirmed absent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job-evaluation, architecture, or pay-equity product; PDRI (gov consulting) divested 2023.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deadlines land in Total Rewards — an office SHL has no product for and no contact 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gap + PE-clock economics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= dashboards from an assessment-factory DNA; 8+ year hold, flat headcount — renewals are margin events.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the assessment, who builds the development plan with the manager?” Run the stack in parallel entering renewal.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assessment report comes back, who can act on it the same day — without routing through an I/O psychologist?”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your candidate completion rate on the current battery — and where does the funnel leak?”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vendor’s own 2025 research says 74% of candidates judge you by the assessment. When did you last take your own battery?”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“Motivation and capability — one integrated decision, or two reports someone has to reconcile?”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science gold standard — 45M assessments, 45B datapoints.”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the library. Validity of an instrument ≠ validity of your outcome — 1,500+ datapoints in a 45-minute game candidates finish beats a validity PDF they never see.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platform, everything integrated.”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catalog ≠ integrated insight. Motivation, personality, and ability are separate instruments whose synthesis needs their consultants.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safe EEOC/compliance choice.”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— demand adverse-impact reporting from every vendor. Then note they sold their US federal assessment arm to Pearson in 2023.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synd.io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STYR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Run-alongside is the default: build the architecture beneath their audit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~$83M raised · no priced round since 2021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employees; Glassdoor 2.3/5 (69 reviews, 28% recommend)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“AI-Powered Pay Governance” + Syndi agents (Oct 2025)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Mercer alliance May 2026 routes structure work OUT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 enterprise claim; ~5 public G2 reviews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Privilege-compatible audit workflow = the real moat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Pay-equity category creator — analyzes pay on top of a job architecture it cannot build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blog: client architectures “not good enough” for equal-value comparison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= recurring pay adjustments; broken structure regenerates gaps — and renews the subscription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EU right-to-information: employees get written pay explanations — a gap statistic is not an explanation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attack the privileged audit — sell the layer beneath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audits at enterprises with existing mature architecture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/ regulator-triggered urgency (“litigation-tested” is the criterion)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statutory reporting at scale (Global Pay Reports)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Syndio for the audit; STYR builds the architecture its analytics need”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equal-value admission is the door-opener — quote it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right-to-information: sell the explanation layer, not the gap report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fatigue: the CFO asks why the closure budget recurs annually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job-architecture construction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leveling engine, no gender-neutral factor model, no grading product; Mercer/Kognitiv/Strada carry the structure work.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certified that your job groupings survive an equal-value challenge — in what document?”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statistics ≠ pay explanations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Right-to-information workflow generates the letter, not the logic; directive demands objective, gender-neutral progression criteria.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“Reporting a gap you can’t explain is publishing your own liability.”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treadmill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Adjustment-based remediation on a broken structure re-finds the same gaps every cycle — which renews the subscription.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durable structure as the way off the treadmill — a CFO conversation.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fragility as procurement risk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2.3; “annual layoffs”; QA org eliminated; no funding round in ~5 years; AI pivot on a skeleton crew.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question only: “What engineering capacity backs a 3-year commitment if the AI pivot stalls?”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the last audit ran, who certified your job groupings would survive an equal-value challenge?”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employee requests a written pay explanation, what do you send — a statistic, or the criteria their pay follows?”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gap remediation cost the last two cycles — and what would make that line stop recurring?”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opportunity dashboard shows promotion disparities — what career structures exist to change them?”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“We’re the pay-equity standard — litigation-tested, privilege-compatible.”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≠ architecture. Their own blog admits customer architectures fail the equal-value test. Keep them; fix the foundation.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“Role vendors are slow consulting; we’re software — live in weeks.”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in weeks on bad groupings is fast wrong answers — and their deployments route structure work to Mercer anyway, billed separately.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“AI-native now — Syndi optimizes every pay decision.”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months old, partly acqui-hired, from a company whose ex-employees describe QA cut to a skeleton crew. The agents enforce the customer’s broken structure.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kornferry.com · NYSE: KFY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— held together by consultants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Operationalize after the engagement — sell what runs on Tuesday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fee revenue $2.91B (+6.5%)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~$363.5M — FLAT; Q4 down 2.6% while services grew 7%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Listen runs on Qualtrics/Forsta; analytics on Tableau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$470–500/hr; 42% of backlog &gt;$1M engagements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(RPO) $1.1B deal announced Jun 2026 — services, not software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G2 reviews firm-wide across ALL products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single-vendor four-layer claim — and the filings undercut it: Digital is ~12.5% of revenue and shrinking in Q4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44% of even Digital’s new business is subscription — half the “software” motion is projects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method: the global Role incumbent — license-gated, evaluator-dependent, 1950s fundamentals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Suite (Nov 2025) is the third rebrand of the same digital stack in a decade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wedge: the post-engagement vacuum — consultants roll off, the binder stays, nothing operationalizes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Board-mandated transformations with exec search attached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 (20K+, multi-country, one comp dataset)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wedded to Hay methodology; enterprise RPO post-AMS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the KF diagnosis — we’re the system that runs it every day” (target 6–18 months post-engagement)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Hay-graded orgs: STYR modernizes without the certification priesthood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head-to-head: their platform is rented — easiest layer to win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their rate card against per-employee pricing in the 500–20K band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post-engagement vacuum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sells time; what persists is the artifact, not a system; delivering consultants may be gone at renewal (layoff-cadence reviews + announced FY23 cuts).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“Ninety days after the engagement ended — what actually ran differently, and who operated it?”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 is rented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Listen delivered “in partnership with Qualtrics and Forsta” — KF brings survey IP and consultants, not a platform.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direct platform comparison exposes it. DecisionWise owns platform, benchmarks, and the debrief practice.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installed base needs a refresh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1990s–2000s grade structures in healthcare/gov/higher-ed; re-grading = certified evaluators at consulting rates; published gender-bias critiques.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laws give Total Rewards the trigger; STYR modernizes without the priesthood.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structural abandonment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celebrates “up-brand”: fees +10%, $1M+ engagements, $470+/hr. No credit-union practice found.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500–20K band their rate card does the selling — they aren’t really there.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your last big talent engagement ended, what ran differently ninety days later — and who operated it?”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engagement survey — who built the platform it runs on, and who owns the benchmark data if you change advisors?”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were your job grades last re-evaluated, at what cost per role — and who is certified to do the next one?”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your all-in 3-year talent-advisory spend per employee — would you pay that for software you actually use?”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invented job evaluation — Hay is the global standard.”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in 1951. License-gated, evaluator-dependent, with published bias critiques. “Standard” means installed base, not modern architecture.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only integrated talent firm — one throat to choke.”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is ~12.5% of revenue and shrank in Q4; the listening runs on Qualtrics/Forsta; analytics on Tableau. The integration is consultants — and consultants leave.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consortium is four small vendors pretending to be one.”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it: KF is one brand presenting acquisitions as one product. Four specialists, one spine, one-layer entry — no $1M engagement required.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 · THREAT #2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phenom.com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BrainsFirst leads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API inside their shell — own the measurement and the defensible decision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~$169M raised total (NOT $500M+); $1.3B valuation stale from 2021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acquisitions in 4 months of 2026: Included AI, Be Applied, Plum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 Agents GA Apr 2025; voice screening Nov 2025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VISIONARY (not Leader), TA Suites 2025 — CRM-emphasis strength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contract minimums; ~500-employee practical floor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credit-union, gov, or K-12 logos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7543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TA-experience platform that bought assessment science late — the fastest mover into the Fit layer (#2 threat)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“Full-spectrum assessment stack” = Plum + Be Applied stapled 10 weeks apart; no combined technical manual, norming, or validity study exists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LL144 + EU AI Act put the bias-audit burden on the EMPLOYER — no independent audit of the merged flow is published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 is Big Five matching — not motivation, drives, or development-grade depth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ATS-companion posture proves buyers accept layered stacks — use their own architecture as permission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TA-suite consolidation RFPs at 10K+ SAP/Workday estates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hourly hiring UX (SSM Health-style: speed-to-schedule, chatbot/voice throughput)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5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branding + career site + CRM in one contract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11312" y="4160520"/>
            <a:ext cx="3703320" cy="2148840"/>
          </a:xfrm>
          <a:prstGeom prst="roundRect">
            <a:avLst>
              <a:gd name="adj" fmla="val 3830"/>
            </a:avLst>
          </a:prstGeom>
          <a:solidFill>
            <a:srgbClr val="E4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39912" y="46451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BrainsFirst as the validated decision layer via API inside their shell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wedge: offer the combined-stack validity/audit file they can’t produce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“Hire with BrainsFirst, develop with TMA” — one validated continuum past the offer letter</a:t>
            </a:r>
            <a:endParaRPr lang="en-US" sz="9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+ CU/gov/K-12: uncontested below their $100K floor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343400" y="6510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exploitable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then the move. Full ranked list + confidence tags in the battlecard.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Stapled science — no combined validation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assessment platforms bought 10 weeks apart; separate pre-acquisition manuals, different constructs, different scales; analysts describe potential, not integration.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for the combined technical manual.” Validated measurement doesn’t emerge from a 10-week sprint.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 (LL144 / EU AI Act)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21214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independent bias audit of agent + Plum + Be Applied as one automated decision tool; the employer carries the burden.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independent auditor certified the combined flow — and where is it posted?” Lead in NYC/EU-exposed accounts.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Person-layer shallowness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 = Big Five + problem solving + social intelligence, tuned for top-of-funnel matching — no motivation, no competency architecture.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Phenom’s insight expires at the offer letter; sell the candidate-to-year-five continuum.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64808" y="4087368"/>
            <a:ext cx="384048" cy="384048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misfit + integration bandwidth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9672" y="4636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minimums, ~500-emp floor, “expert-level engineering setup” reviews; three simultaneous platform integrations on ~$169M lifetime funding.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5577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of the three 2026 acquisitions gets engineering priority — and where does your rollout sit?”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— landmines &amp; counter-FUD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landmines — never name the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the vendor produce a combined technical manual for the merged instruments — dated after the acquisitions?”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hire into NYC, which independent auditor audited the full automated decision flow, and where is it posted?”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95928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strong personality match — what does it tell you about motivation and growth in year two?”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202936"/>
            <a:ext cx="329184" cy="329184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12978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modules were built in-house vs acquired in the last 12 months — and are they on one data model?”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They’ll say → you say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538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agentic platform — assessments are now built in.”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2093976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“Built in” is 14 weeks old. Ask for the combined manual, cross-instrument norms, and the criterion-validity study for the merged stack.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044952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08152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own the candidate experience end-to-end.”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21608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581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— the Fit layer plugs in via API. The question is whose score you can defend before a regulator or a rejected candidate.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672584"/>
            <a:ext cx="5239512" cy="603504"/>
          </a:xfrm>
          <a:prstGeom prst="roundRect">
            <a:avLst>
              <a:gd name="adj" fmla="val 10606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7091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“Gartner Visionary, 700+ enterprises.”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5349240"/>
            <a:ext cx="5239512" cy="822960"/>
          </a:xfrm>
          <a:prstGeom prst="roundRect">
            <a:avLst>
              <a:gd name="adj" fmla="val 7778"/>
            </a:avLst>
          </a:prstGeom>
          <a:solidFill>
            <a:srgbClr val="E4F5F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858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≠ Leader — and the recognition is for CRM/experience. They’re a CRM company that bought assessments last quarter.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from the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24712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competes with the stack — everybody competes with one layer of it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4440" y="138074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is the only four-layer claim, and its filings undercut it (Digital ~12.5% of revenue, flat; listening rented from Qualtrics/Forsta). The one-layer-lead motion is the shape of the market.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1214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layer is in turmoil — window open through 2028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Qualtrics+PG must kill one of three platforms; Culture Amp is a wounded leader; Perceptyx renamed itself 3× in 18 months. Every Experience incumbency is negotiable at renewal. Sell continuity into chaos.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912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layer is structurally uncontested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 eight builds job architecture. Syndio’s own blog concedes client architectures fail equal-value. With transparency laws forcing pay explanations, STYR enters through a door nobody else has a product for.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2FB7A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2611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science is the pattern — and the weakness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45902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stapled two assessment firms in 10 weeks; Perceptyx runs 5 bolt-ons; Q+PG is a $6.75B roll-up. Universal counter: ask for the combined technical manual and one data model. Integrated, validated instruments can’t be bought in a sprint.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330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500–5K band is nobody’s home turf but ours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66013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SHL/Phenom price at enterprise minimums; Perceptyx/Q+PG/Syndio/KF are enterprise-shaped; PI is affordable but shallow. Credit unions have no incumbent; gov/K-12 is open field. Precision: SHL HAS a motivation questionnaire; PI is NOT stable (CEO change Mar 2026).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signals across the roster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signals from procurement data / buyer guides — not verified quotes. See each card’s §5.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356616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reality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PEPY tiers, quote-gated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$16.6K SMB / $75.5K ent avg; 3–7% escalators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price-accessible Experience rival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Perceptyx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Quote-only +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six-figure ACV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500–5K motion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+ PG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Quote-only; uplift habit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Vendr median ~$30K; $6.9K–140K+; 55% repricing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mid-size walk-aways on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subscription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~$5K–$40K band; Q4 discounts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— compete on depth, not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+ per-candidate +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$25K–50K/yr (second-hand)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Enterprise-shaped; interpretation costs extra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subscription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Low–mid six figures multi-year (unverified)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counsel + Mercer fees for structure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 $470–500/hr + quote-only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 of backlog &gt;$1M engagements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Structurally absent below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PEPM +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 minimums; ~$7–13 PEPM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floor at ~500 employees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lead with cheap — lead with right-sized + named-practitioner service. ROI anchors: bad hire ≈ 3x salary · senior exit 50–200% of salary · Gallup $8.8T disengagement.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landmines that work against all eight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44475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the results land, who does the work?”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survey closes, the assessment scores, or the audit finishes — who sits with your managers and builds what happens next, and what does that cost extra?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22494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Kills: dashboard-only Experience vendors, SHL’s interpretation dependency, KF’s post-engagement vacuum, Syndio’s remediation treadmill.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13639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266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parts arrived by acquisition — and are they on one data model?”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54480" y="34107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modules were built in-house, which were acquired in the last 24 months, and can the vendor show one combined technical manual and data model?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4480" y="3941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Kills: Phenom, Perceptyx, Qualtrics+PG, KF’s Talent Suite — a pure fact question no rep can spin.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2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28032"/>
            <a:ext cx="502920" cy="50292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718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measure whether they’ll still be here in year two?”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51023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tools tell you how someone behaves and how people feel. What tells you whether the person wants this work — and whether they’ll still be growing here in two years?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4480" y="56327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Want x Can frame against every behavior-only, sentiment-only, or matching-only rival on the board.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 — next 90 days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996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+ PG platform rationalization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86537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Forsta/InMoment sunset terms go public, the renewal-season play sharpens. Monitor KLAS + health-system RFPs in H2 2026.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996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 combined-validity evidence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86537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“no combined technical manual” wedge has a shelf life — re-check quarterly.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80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AMS close (~Oct 2026)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4670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integration-window talk track; watch antitrust milestones.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2852928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80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Index under Neuhauser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34670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moves show whether PI pushes into Experience or doubles down on hiring — repackaging/repricing risk either way.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4622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exit process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8280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8+ year PE hold. Any sale announcement changes renewal-pressure dynamics overnight.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4334256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1D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46227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directive first-reports season (2027)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82803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Pay-transparency demand spike; STYR’s explanation-layer story peaks then.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 due 2026-11-07 — re-run the engine, re-verify every [cached] claim, refresh this deck.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Mabry.Ai Signal Intelligence · run 2026-08-07 · cached/indexed sources — verify verbatim quotes before client use · INTERNAL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2026-08-07T00:59:27Z</dcterms:created>
  <dcterms:modified xsi:type="dcterms:W3CDTF">2026-08-07T00:59:27Z</dcterms:modified>
</cp:coreProperties>
</file>